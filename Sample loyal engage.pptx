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Customers</c:v>
                </c:pt>
              </c:strCache>
            </c:strRef>
          </c:tx>
          <c:spPr>
            <a:solidFill>
              <a:srgbClr val="1F8A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8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782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32110</c:v>
                </c:pt>
                <c:pt idx="1">
                  <c:v>31026</c:v>
                </c:pt>
                <c:pt idx="2">
                  <c:v>18364</c:v>
                </c:pt>
                <c:pt idx="3">
                  <c:v>5922</c:v>
                </c:pt>
                <c:pt idx="4">
                  <c:v>1431</c:v>
                </c:pt>
                <c:pt idx="5">
                  <c:v>2353</c:v>
                </c:pt>
                <c:pt idx="6">
                  <c:v>1668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CE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bb5e3ac-19b8-4ed9-8020-99a38381fd2e}"/>
      </c:ext>
    </c:extLst>
  </c:chart>
  <c:spPr>
    <a:solidFill>
      <a:srgbClr val="F4F6F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686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Engagement App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trend, promotion plan, and platform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5" name="Text 3"/>
          <p:cNvSpPr/>
          <p:nvPr/>
        </p:nvSpPr>
        <p:spPr>
          <a:xfrm>
            <a:off x="566928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Unique Customers by Month</a:t>
            </a:r>
            <a:endParaRPr lang="en-US" sz="14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828800"/>
          <a:ext cx="3520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199632"/>
            <a:ext cx="320954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88,820 unique customers total  ·  *Jul partial (thru 21st)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7096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9" name="Text 6"/>
          <p:cNvSpPr/>
          <p:nvPr/>
        </p:nvSpPr>
        <p:spPr>
          <a:xfrm>
            <a:off x="4398264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Features</a:t>
            </a:r>
            <a:endParaRPr lang="en-US" sz="1450" dirty="0"/>
          </a:p>
        </p:txBody>
      </p:sp>
      <p:pic>
        <p:nvPicPr>
          <p:cNvPr id="10" name="Image 0" descr="/home/claude/pho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56232"/>
            <a:ext cx="1051560" cy="23408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1856232"/>
            <a:ext cx="205740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Profile update, loyalty points &amp; slab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Purchase history &amp; download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 &amp; earn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Complaint registration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Games (pending)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Gdot &amp; myG Care service status (pending)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398264" y="5212080"/>
            <a:ext cx="3209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8A8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Engagement App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98264" y="5486400"/>
            <a:ext cx="320954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Central hub for members to track and redeem loyalty benefits.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28432" y="1234440"/>
            <a:ext cx="3611880" cy="5349240"/>
          </a:xfrm>
          <a:prstGeom prst="roundRect">
            <a:avLst>
              <a:gd name="adj" fmla="val 1519"/>
            </a:avLst>
          </a:prstGeom>
          <a:solidFill>
            <a:srgbClr val="F4F6F8"/>
          </a:solidFill>
        </p:spPr>
      </p:sp>
      <p:sp>
        <p:nvSpPr>
          <p:cNvPr id="15" name="Text 11"/>
          <p:cNvSpPr/>
          <p:nvPr/>
        </p:nvSpPr>
        <p:spPr>
          <a:xfrm>
            <a:off x="8229600" y="1417320"/>
            <a:ext cx="32095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Loyalty To Next Level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229600" y="1764792"/>
            <a:ext cx="32095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Promotion campaign ideas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29600" y="21945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18" name="Text 14"/>
          <p:cNvSpPr/>
          <p:nvPr/>
        </p:nvSpPr>
        <p:spPr>
          <a:xfrm>
            <a:off x="8357616" y="23408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805672" y="23591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Social Media Presence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805672" y="27066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Facebook, Instagram, YouTube, etc.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229600" y="35661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22" name="Text 18"/>
          <p:cNvSpPr/>
          <p:nvPr/>
        </p:nvSpPr>
        <p:spPr>
          <a:xfrm>
            <a:off x="8357616" y="37124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805672" y="37307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Print &amp; TV Advertising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05672" y="40782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Newspaper space &amp; TV ad spots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229600" y="4937760"/>
            <a:ext cx="320954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</p:spPr>
      </p:sp>
      <p:sp>
        <p:nvSpPr>
          <p:cNvPr id="26" name="Text 22"/>
          <p:cNvSpPr/>
          <p:nvPr/>
        </p:nvSpPr>
        <p:spPr>
          <a:xfrm>
            <a:off x="8357616" y="50840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8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805672" y="51023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QR Code Campaign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805672" y="5449824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In-store &amp; print QR touchpoints</a:t>
            </a:r>
            <a:endParaRPr lang="en-US" sz="9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Presentation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Arial</vt:lpstr>
      <vt:lpstr>Arial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SHAHIN</dc:creator>
  <cp:lastModifiedBy>shahin sadique</cp:lastModifiedBy>
  <cp:revision>1</cp:revision>
  <dcterms:created xsi:type="dcterms:W3CDTF">2026-09-02T10:57:13Z</dcterms:created>
  <dcterms:modified xsi:type="dcterms:W3CDTF">2026-09-02T10:57:13Z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5A5CA79541C54C8581E997827DCE0B32_11</vt:lpwstr>
  </property>
</Properties>
</file>